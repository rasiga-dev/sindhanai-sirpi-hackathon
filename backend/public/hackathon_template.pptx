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K Modular" charset="1" panose="00000800000000000000"/>
      <p:regular r:id="rId18"/>
    </p:embeddedFont>
    <p:embeddedFont>
      <p:font typeface="Canva Sans" charset="1" panose="020B0503030501040103"/>
      <p:regular r:id="rId19"/>
    </p:embeddedFont>
    <p:embeddedFont>
      <p:font typeface="Candal" charset="1" panose="02000503000000020004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70010" y="4564012"/>
            <a:ext cx="11189290" cy="126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7"/>
              </a:lnSpc>
            </a:pPr>
            <a:r>
              <a:rPr lang="en-US" sz="9517">
                <a:solidFill>
                  <a:srgbClr val="0097B2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  <a:r>
              <a:rPr lang="en-US" sz="9517">
                <a:solidFill>
                  <a:srgbClr val="0097B2"/>
                </a:solidFill>
                <a:latin typeface="HK Modular"/>
                <a:ea typeface="HK Modular"/>
                <a:cs typeface="HK Modular"/>
                <a:sym typeface="HK Modular"/>
              </a:rPr>
              <a:t>சிந்தனை</a:t>
            </a:r>
            <a:r>
              <a:rPr lang="en-US" sz="9517">
                <a:solidFill>
                  <a:srgbClr val="0097B2"/>
                </a:solidFill>
                <a:latin typeface="HK Modular"/>
                <a:ea typeface="HK Modular"/>
                <a:cs typeface="HK Modular"/>
                <a:sym typeface="HK Modular"/>
              </a:rPr>
              <a:t> சிற்பி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2965833"/>
            <a:ext cx="6047644" cy="5718200"/>
          </a:xfrm>
          <a:custGeom>
            <a:avLst/>
            <a:gdLst/>
            <a:ahLst/>
            <a:cxnLst/>
            <a:rect r="r" b="b" t="t" l="l"/>
            <a:pathLst>
              <a:path h="5718200" w="6047644">
                <a:moveTo>
                  <a:pt x="0" y="0"/>
                </a:moveTo>
                <a:lnTo>
                  <a:pt x="6047644" y="0"/>
                </a:lnTo>
                <a:lnTo>
                  <a:pt x="6047644" y="5718200"/>
                </a:lnTo>
                <a:lnTo>
                  <a:pt x="0" y="571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60884" y="315525"/>
            <a:ext cx="2231914" cy="2231914"/>
          </a:xfrm>
          <a:custGeom>
            <a:avLst/>
            <a:gdLst/>
            <a:ahLst/>
            <a:cxnLst/>
            <a:rect r="r" b="b" t="t" l="l"/>
            <a:pathLst>
              <a:path h="2231914" w="2231914">
                <a:moveTo>
                  <a:pt x="0" y="0"/>
                </a:moveTo>
                <a:lnTo>
                  <a:pt x="2231914" y="0"/>
                </a:lnTo>
                <a:lnTo>
                  <a:pt x="2231914" y="2231914"/>
                </a:lnTo>
                <a:lnTo>
                  <a:pt x="0" y="22319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5484" y="539856"/>
            <a:ext cx="1710163" cy="2007583"/>
          </a:xfrm>
          <a:custGeom>
            <a:avLst/>
            <a:gdLst/>
            <a:ahLst/>
            <a:cxnLst/>
            <a:rect r="r" b="b" t="t" l="l"/>
            <a:pathLst>
              <a:path h="2007583" w="1710163">
                <a:moveTo>
                  <a:pt x="0" y="0"/>
                </a:moveTo>
                <a:lnTo>
                  <a:pt x="1710164" y="0"/>
                </a:lnTo>
                <a:lnTo>
                  <a:pt x="1710164" y="2007583"/>
                </a:lnTo>
                <a:lnTo>
                  <a:pt x="0" y="2007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23975" y="539856"/>
            <a:ext cx="1709819" cy="1876526"/>
          </a:xfrm>
          <a:custGeom>
            <a:avLst/>
            <a:gdLst/>
            <a:ahLst/>
            <a:cxnLst/>
            <a:rect r="r" b="b" t="t" l="l"/>
            <a:pathLst>
              <a:path h="1876526" w="1709819">
                <a:moveTo>
                  <a:pt x="0" y="0"/>
                </a:moveTo>
                <a:lnTo>
                  <a:pt x="1709819" y="0"/>
                </a:lnTo>
                <a:lnTo>
                  <a:pt x="1709819" y="1876527"/>
                </a:lnTo>
                <a:lnTo>
                  <a:pt x="0" y="1876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54587" y="6131534"/>
            <a:ext cx="9420136" cy="4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</a:pPr>
            <a:r>
              <a:rPr lang="en-US" sz="2803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 இளைய சிந்தனையாளர்களுக்கான தேடல்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22924" y="847725"/>
            <a:ext cx="6642152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Overview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227426" y="3623275"/>
            <a:ext cx="5526269" cy="3559412"/>
            <a:chOff x="0" y="0"/>
            <a:chExt cx="7368359" cy="474588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5321284" cy="719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425" indent="-347213" lvl="1">
                <a:lnSpc>
                  <a:spcPts val="4502"/>
                </a:lnSpc>
                <a:buFont typeface="Arial"/>
                <a:buChar char="•"/>
              </a:pPr>
              <a:r>
                <a:rPr lang="en-US" b="true" sz="3216">
                  <a:solidFill>
                    <a:srgbClr val="3434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Abstract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297596"/>
              <a:ext cx="7368359" cy="719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425" indent="-347213" lvl="1">
                <a:lnSpc>
                  <a:spcPts val="4502"/>
                </a:lnSpc>
                <a:buFont typeface="Arial"/>
                <a:buChar char="•"/>
              </a:pPr>
              <a:r>
                <a:rPr lang="en-US" b="true" sz="3216">
                  <a:solidFill>
                    <a:srgbClr val="3434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Introduction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661866"/>
              <a:ext cx="4978735" cy="719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425" indent="-347213" lvl="1">
                <a:lnSpc>
                  <a:spcPts val="4502"/>
                </a:lnSpc>
                <a:buFont typeface="Arial"/>
                <a:buChar char="•"/>
              </a:pPr>
              <a:r>
                <a:rPr lang="en-US" b="true" sz="3216">
                  <a:solidFill>
                    <a:srgbClr val="3434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Project Title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026137"/>
              <a:ext cx="6545551" cy="719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425" indent="-347213" lvl="1">
                <a:lnSpc>
                  <a:spcPts val="4502"/>
                </a:lnSpc>
                <a:buFont typeface="Arial"/>
                <a:buChar char="•"/>
              </a:pPr>
              <a:r>
                <a:rPr lang="en-US" b="true" sz="3216">
                  <a:solidFill>
                    <a:srgbClr val="3434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Project Description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08470" y="3623275"/>
            <a:ext cx="10204405" cy="3559412"/>
            <a:chOff x="0" y="0"/>
            <a:chExt cx="13605874" cy="474588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66675"/>
              <a:ext cx="13605874" cy="719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425" indent="-347213" lvl="1">
                <a:lnSpc>
                  <a:spcPts val="4502"/>
                </a:lnSpc>
                <a:buFont typeface="Arial"/>
                <a:buChar char="•"/>
              </a:pPr>
              <a:r>
                <a:rPr lang="en-US" b="true" sz="3216">
                  <a:solidFill>
                    <a:srgbClr val="3434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Problem Statement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297596"/>
              <a:ext cx="6261185" cy="719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425" indent="-347213" lvl="1">
                <a:lnSpc>
                  <a:spcPts val="4502"/>
                </a:lnSpc>
                <a:buFont typeface="Arial"/>
                <a:buChar char="•"/>
              </a:pPr>
              <a:r>
                <a:rPr lang="en-US" b="true" sz="3216">
                  <a:solidFill>
                    <a:srgbClr val="3434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Proposed Solutions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661866"/>
              <a:ext cx="11525637" cy="719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425" indent="-347213" lvl="1">
                <a:lnSpc>
                  <a:spcPts val="4502"/>
                </a:lnSpc>
                <a:buFont typeface="Arial"/>
                <a:buChar char="•"/>
              </a:pPr>
              <a:r>
                <a:rPr lang="en-US" b="true" sz="3216">
                  <a:solidFill>
                    <a:srgbClr val="3434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Result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4026137"/>
              <a:ext cx="10459682" cy="719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425" indent="-347213" lvl="1">
                <a:lnSpc>
                  <a:spcPts val="4502"/>
                </a:lnSpc>
                <a:buFont typeface="Arial"/>
                <a:buChar char="•"/>
              </a:pPr>
              <a:r>
                <a:rPr lang="en-US" b="true" sz="3216">
                  <a:solidFill>
                    <a:srgbClr val="3434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9745" y="847725"/>
            <a:ext cx="8248511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Abstract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14764" y="847725"/>
            <a:ext cx="10298701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0666" y="847725"/>
            <a:ext cx="10978068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Team Members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55034" y="1006377"/>
            <a:ext cx="8067405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Project Title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2022" y="847725"/>
            <a:ext cx="13083956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Project Description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41314" y="847725"/>
            <a:ext cx="13605372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05984" y="847725"/>
            <a:ext cx="13605372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Proposed Solution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57230" y="847725"/>
            <a:ext cx="6458399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Result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01283" y="847725"/>
            <a:ext cx="9680253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29559" y="3972187"/>
            <a:ext cx="11766040" cy="194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6"/>
              </a:lnSpc>
            </a:pPr>
            <a:r>
              <a:rPr lang="en-US" sz="14516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59795"/>
            <a:chOff x="0" y="0"/>
            <a:chExt cx="4816593" cy="42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127205"/>
            <a:ext cx="18288000" cy="159795"/>
            <a:chOff x="0" y="0"/>
            <a:chExt cx="4816593" cy="42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42086"/>
            </a:xfrm>
            <a:custGeom>
              <a:avLst/>
              <a:gdLst/>
              <a:ahLst/>
              <a:cxnLst/>
              <a:rect r="r" b="b" t="t" l="l"/>
              <a:pathLst>
                <a:path h="4208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086"/>
                  </a:lnTo>
                  <a:lnTo>
                    <a:pt x="0" y="42086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8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305" cy="10287000"/>
            <a:chOff x="0" y="0"/>
            <a:chExt cx="4801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05695" y="0"/>
            <a:ext cx="182305" cy="10287000"/>
            <a:chOff x="0" y="0"/>
            <a:chExt cx="48014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14">
                  <a:moveTo>
                    <a:pt x="0" y="0"/>
                  </a:moveTo>
                  <a:lnTo>
                    <a:pt x="48014" y="0"/>
                  </a:lnTo>
                  <a:lnTo>
                    <a:pt x="480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94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01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DAGykHGRHBM</dc:identifier>
  <dcterms:modified xsi:type="dcterms:W3CDTF">2011-08-01T06:04:30Z</dcterms:modified>
  <cp:revision>1</cp:revision>
  <dc:title>hackathon_template</dc:title>
</cp:coreProperties>
</file>